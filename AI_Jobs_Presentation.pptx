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051560"/>
            <a:ext cx="128016" cy="4297680"/>
          </a:xfrm>
          <a:prstGeom prst="rect">
            <a:avLst/>
          </a:prstGeom>
          <a:solidFill>
            <a:srgbClr val="36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3444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8274B"/>
                </a:solidFill>
              </a:defRPr>
            </a:pPr>
            <a:r>
              <a:t>Jobs AI May Replace,</a:t>
            </a:r>
            <a:br/>
            <a:r>
              <a:t>New Careers Created by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794760"/>
            <a:ext cx="8686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F6673"/>
                </a:solidFill>
              </a:defRPr>
            </a:pPr>
            <a:r>
              <a:t>Presented by Haowen Peng &amp; [Your Full Name]</a:t>
            </a:r>
          </a:p>
          <a:p>
            <a:pPr>
              <a:defRPr sz="1600">
                <a:solidFill>
                  <a:srgbClr val="3669DC"/>
                </a:solidFill>
              </a:defRPr>
            </a:pPr>
            <a:r>
              <a:t>Artificial Intelligence and the Future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How AI Is Changing the Workplace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AI can now perform repetitive, predictable and data-heavy tasks.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Instead of replacing every occupation, AI often automates specific tasks inside a job.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Workers whose jobs depend heavily on routine digital work may face the biggest changes.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Human judgment, creativity, communication and responsibility remain important.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AI is changing tasks first — and jobs second.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Jobs Most Likely to Be Replaced by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Data-entry and basic clerical roles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Telemarketing and scripted customer-service work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Cashier and ticketing tasks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Basic bookkeeping and payroll processing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Routine content writing, transcription and translation tasks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Jobs with repetitive rules and predictable inputs are easier to automate.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Why These Jobs Are at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Repetitive tasks can be learned and performed consistently by software.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AI systems can process large amounts of text, numbers and customer requests quickly.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Automation can operate continuously and reduce the cost of routine work.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Digital jobs are easier to automate because the information is already on a computer.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The more routine and digital the task, the greater the automation potential.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Real-World Examples of AI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Customer support: chatbots answer common questions before a human agent is needed.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Retail: self-checkout and computer vision reduce some cashier tasks.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Offices: AI can summarize documents, draft emails and organize information.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Finance: software can classify transactions, check forms and flag unusual activity.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Most current examples combine AI with human supervision.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New Careers Created by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/ machine-learning engineer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product manager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safety, governance and compliance specialist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Data and model evaluation specialist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AI trainer / human-feedback specialist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Automation and AI-integration consultant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AI can remove some tasks while increasing demand for new technical and oversight roles.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Preparing for the Future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Learn how to use AI tools rather than competing with them on routine tasks.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Strengthen communication, critical thinking, creativity and problem-solving.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Build digital skills such as data literacy, programming or AI-assisted workflows.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Keep learning as tools and job requirements change.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Adaptability will be one of the most valuable career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AI is likely to replace some tasks and reduce demand for certain routine jobs.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At the same time, it can create new roles and change existing careers.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The biggest advantage will go to workers who learn to work effectively with AI.</a:t>
            </a:r>
          </a:p>
          <a:p>
            <a:pPr>
              <a:spcAft>
                <a:spcPts val="1500"/>
              </a:spcAft>
              <a:defRPr sz="2200">
                <a:solidFill>
                  <a:srgbClr val="23262D"/>
                </a:solidFill>
              </a:defRPr>
            </a:pPr>
            <a:r>
              <a:t>• The future of work is likely to be human + AI, not simply human versus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532120"/>
            <a:ext cx="10469880" cy="640080"/>
          </a:xfrm>
          <a:prstGeom prst="round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5650992"/>
            <a:ext cx="9966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274B"/>
                </a:solidFill>
              </a:defRPr>
            </a:pPr>
            <a:r>
              <a:t>AI will reshape employment — preparation matters.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74B"/>
                </a:solidFill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World Economic Forum — Future of Jobs Report 2025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International Labour Organization — Generative AI and Jobs research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International Monetary Fund — AI and the Future of Work</a:t>
            </a:r>
          </a:p>
          <a:p>
            <a:pPr>
              <a:spcAft>
                <a:spcPts val="1500"/>
              </a:spcAft>
              <a:defRPr sz="2000">
                <a:solidFill>
                  <a:srgbClr val="23262D"/>
                </a:solidFill>
              </a:defRPr>
            </a:pPr>
            <a:r>
              <a:t>• OECD — Artificial Intelligence and the Labour 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6673"/>
                </a:solidFill>
              </a:defRPr>
            </a:pPr>
            <a:r>
              <a:t>Use your teammate’s final research/script to update wording or add any course-required citations before recording.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510528"/>
            <a:ext cx="10881360" cy="27432"/>
          </a:xfrm>
          <a:prstGeom prst="rect">
            <a:avLst/>
          </a:prstGeom>
          <a:solidFill>
            <a:srgbClr val="E5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6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